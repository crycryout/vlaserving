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VLA Workload 的 GPU 虚拟化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面向 Pi05 与 GR00T N1.6 的单 GPU Serving 抽象、方法、实验与对照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核心命题：VLA 不能只虚拟化 compute。必须联合虚拟化未来时间线、模型状态、带宽与合法重规划窗口。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4747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347472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9077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46120"/>
            <a:ext cx="318211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多机器人绑定多微调模型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100ms 内返回新 chunk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AutoHorizon 使请求相位可预测但不固定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4747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347472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9077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246120"/>
            <a:ext cx="318211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Pi05: exact residency + predictive prefetch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GR00T: shared-prefix + phase-lock batching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admission/fairness 纳入统一控制面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74320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3832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9077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246120"/>
            <a:ext cx="309067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Pi05: 43.21ms p95, 0 hard miss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GR00T: 4 机器人 43.88ms, 16 机器人 58.43ms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传统 GPU 虚拟化 / 资源划分方法明显不足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为什么 VLA 不同于传统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VLA workload 的瓶颈不是单一 queueing，而是闭环控制 + 模型状态 + 可预测性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035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icrosoft YaHei"/>
              </a:defRPr>
            </a:pPr>
            <a:r>
              <a:t>Next request predictable：当前 chunk 发出后，下一次请求大致何时发生是可预测的。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icrosoft YaHei"/>
              </a:defRPr>
            </a:pPr>
            <a:r>
              <a:t>Deadline is action exhaustion：真正的 deadline 不是平均响应时间，而是在旧 action chunk 耗尽前返回新 chunk。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icrosoft YaHei"/>
              </a:defRPr>
            </a:pPr>
            <a:r>
              <a:t>Model state is part of scheduling：多微调模型时，权重驻留、预取、swap、decode/apply 本身就是一等资源。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Microsoft YaHei"/>
              </a:defRPr>
            </a:pPr>
            <a:r>
              <a:t>Horizon is controllable：AutoHorizon/早重规划意味着系统可以在合法窗口内主动移动请求相位。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2468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246888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904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传统抽象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828800"/>
            <a:ext cx="217627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queue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space partition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memory capacity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SLO miss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25880"/>
            <a:ext cx="25603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0" y="1325880"/>
            <a:ext cx="256032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4904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VLA 需要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182880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predictive timeline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resident model state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copy/decode bandwidth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legal replan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0040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0B3B36"/>
                </a:solidFill>
                <a:latin typeface="Microsoft YaHei"/>
              </a:defRPr>
            </a:pPr>
            <a:r>
              <a:t>结论：VLA 的虚拟化对象不是静态 CUDA context，也不是固定空间分区，而是一个面向闭环控制的可预测 lease。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VLA-vGPU 抽象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一个机器人占用的不是一份静态 GPU，而是一份时空联合 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800" b="1">
                <a:solidFill>
                  <a:srgbClr val="0B3B36"/>
                </a:solidFill>
                <a:latin typeface="Microsoft YaHei"/>
              </a:defRPr>
            </a:pPr>
            <a:r>
              <a:t>VLA-vGPU = &lt;T, S, M, X, W, B, F&gt;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554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5544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848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T | Temporal compute 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23160"/>
            <a:ext cx="126187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未来 compute slots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predictive reservation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1920240"/>
            <a:ext cx="1554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0280" y="1920240"/>
            <a:ext cx="1554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20848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S | Spatial compute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2423160"/>
            <a:ext cx="126187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独占/MPS/batch lane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必要时才分区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1920240"/>
            <a:ext cx="1554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0" y="1920240"/>
            <a:ext cx="155448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6512" y="20848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M | Model-state residency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423160"/>
            <a:ext cx="126187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full shell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shared prefix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delta/hot pages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920240"/>
            <a:ext cx="1554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23560" y="1920240"/>
            <a:ext cx="1554480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20848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X | Transfer/decode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8152" y="2423160"/>
            <a:ext cx="126187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H2D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decode/apply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activation buffer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920240"/>
            <a:ext cx="1554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1920240"/>
            <a:ext cx="155448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20848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W | Legal request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2423160"/>
            <a:ext cx="126187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Pi05: [25,50]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GR00T: [8,16]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920240"/>
            <a:ext cx="1097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1920240"/>
            <a:ext cx="10972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2084832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B | Batch affinity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2423160"/>
            <a:ext cx="80467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只和同模型聚合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形成长期 cohort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1920240"/>
            <a:ext cx="128016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41280" y="1920240"/>
            <a:ext cx="128016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208483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F | Fairness / admission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5872" y="2423160"/>
            <a:ext cx="98755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公平权重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防止 batch bias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548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Microsoft YaHei"/>
              </a:defRPr>
            </a:pPr>
            <a:r>
              <a:t>抽象单位是 Robot Lease，而不是 Request：admit 的对象是一个长期闭环机器人，它绑定模型、频率、未来时间线与驻留价值。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系统控制面与数据面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统一控制面 + 模型家族特化数据面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0116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20116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733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Timeline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880360" y="1508760"/>
            <a:ext cx="20116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508760"/>
            <a:ext cx="20116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16733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Residency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011680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120640" y="1508760"/>
            <a:ext cx="20116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508760"/>
            <a:ext cx="20116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16733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Transfer Scheduler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011680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360920" y="1508760"/>
            <a:ext cx="20116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1508760"/>
            <a:ext cx="20116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16733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Compute 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011680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601200" y="1508760"/>
            <a:ext cx="20116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508760"/>
            <a:ext cx="20116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16733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Admission 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2011680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25" name="Chevron 24"/>
          <p:cNvSpPr/>
          <p:nvPr/>
        </p:nvSpPr>
        <p:spPr>
          <a:xfrm>
            <a:off x="2542032" y="1920240"/>
            <a:ext cx="256032" cy="3200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4782312" y="1920240"/>
            <a:ext cx="256032" cy="3200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7022592" y="1920240"/>
            <a:ext cx="256032" cy="3200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9262872" y="1920240"/>
            <a:ext cx="256032" cy="3200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154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0B3B36"/>
                </a:solidFill>
                <a:latin typeface="Microsoft YaHei"/>
              </a:defRPr>
            </a:pPr>
            <a:r>
              <a:t>Data plane: compute stream + prefetch stream + decode/apply stream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749039"/>
            <a:ext cx="1051560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3749039"/>
            <a:ext cx="1051560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3913631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compute 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251959"/>
            <a:ext cx="1022299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当前 batch / 当前 block 推理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572000"/>
            <a:ext cx="1051560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4572000"/>
            <a:ext cx="105156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73659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prefetch stream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5074920"/>
            <a:ext cx="1022299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后台 H2D / page fetch / next-use preparation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394960"/>
            <a:ext cx="1051560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5394960"/>
            <a:ext cx="1051560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555955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decode/apply stream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5897880"/>
            <a:ext cx="1022299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delta decode / page activation / state apply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617220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Backend A: ExactDeltaPrefetch (Pi05) | Backend B: SharedPrefixPhaseBatch (GR00T)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Pi05: memory-state 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three-shell residency + predictive prefetch + H2D/decode overlap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84048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38404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3619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Runtime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74520"/>
            <a:ext cx="3547872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Shell-A: 30Hz official FT 常驻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Shell-B: 20Hz quantiles 常驻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Shell-C: 两个 10Hz 模型共享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exact shared-base / delta pages 减少显存占用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利用 AutoHorizon 预测 next-use，提前 prefetch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691640"/>
            <a:ext cx="1600200" cy="1417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Shell-A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2286000"/>
            <a:ext cx="13533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30Hz</a:t>
            </a:r>
            <a:br/>
            <a:r>
              <a:t>resident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691640"/>
            <a:ext cx="1600200" cy="1417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92024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Shell-B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286000"/>
            <a:ext cx="13533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20Hz</a:t>
            </a:r>
            <a:br/>
            <a:r>
              <a:t>resident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691640"/>
            <a:ext cx="1600200" cy="14173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92024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Shell-C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2286000"/>
            <a:ext cx="13533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10Hz / 10Hz</a:t>
            </a:r>
            <a:br/>
            <a:r>
              <a:t>shared shell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794760"/>
            <a:ext cx="1965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794760"/>
            <a:ext cx="196596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46904" y="3941064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Measured infer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4206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0F766E"/>
                </a:solidFill>
                <a:latin typeface="Microsoft YaHei"/>
              </a:defRPr>
            </a:pPr>
            <a:r>
              <a:t>≈ 43.2 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794760"/>
            <a:ext cx="1965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3720" y="3794760"/>
            <a:ext cx="196596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0024" y="3941064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Full swap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4206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C2410C"/>
                </a:solidFill>
                <a:latin typeface="Microsoft YaHei"/>
              </a:defRPr>
            </a:pPr>
            <a:r>
              <a:t>289.47 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3794760"/>
            <a:ext cx="1965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3794760"/>
            <a:ext cx="196596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4" y="3941064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GPU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420624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Microsoft YaHei"/>
              </a:defRPr>
            </a:pPr>
            <a:r>
              <a:t>22.455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07492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关键点：如果不做预测式 residency / prefetch，289ms 的模型状态移动会直接破坏实时性；真正的收益来自把它隐藏到未来时间线里。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Pi05 实验：预取有效，且明显优于旧方法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4 个不同微调模型分别服务 30/20/10/10Hz 机器人</a:t>
            </a:r>
          </a:p>
        </p:txBody>
      </p:sp>
      <p:pic>
        <p:nvPicPr>
          <p:cNvPr id="5" name="Picture 4" descr="pi05_pref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4023360" cy="14769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92040" y="141732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1417320"/>
            <a:ext cx="192024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8344" y="156362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p95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8344" y="1828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0F766E"/>
                </a:solidFill>
                <a:latin typeface="Microsoft YaHei"/>
              </a:defRPr>
            </a:pPr>
            <a:r>
              <a:t>43.21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41732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1417320"/>
            <a:ext cx="19202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1464" y="156362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Hard misses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464" y="1828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16A34A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1732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1417320"/>
            <a:ext cx="19202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56362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Strict deadlines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18288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Microsoft YaHei"/>
              </a:defRPr>
            </a:pPr>
            <a:r>
              <a:t>45–100 ms 全通过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2651760"/>
            <a:ext cx="61264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2651760"/>
            <a:ext cx="61264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2" y="2816352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Proof of effectiveness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154680"/>
            <a:ext cx="583387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固定 4 机器人：predictive prefetch 将 hard miss 1 -&gt; 0，SLA miss 1 -&gt; 0。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admission-level：hard miss 3 -&gt; 0，p95 43.205 -&gt; 43.198 ms，说明收益来自正确的状态时序而不是额外 compute。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48056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C2410C"/>
                </a:solidFill>
                <a:latin typeface="Microsoft YaHei"/>
              </a:defRPr>
            </a:pPr>
            <a:r>
              <a:t>对照：generic full-resident 104.92 ms；最佳传统 baseline Clockwork-like 364.84 ms。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GR00T N1.6: temporal cohort 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shared-prefix residency + phase-lock batching + quota-fair admission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9319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93192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8191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Runtime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3639312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所有微调模型通过 shared prefix 常驻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只允许 same-model batch，利用 batch latency curve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在 [8,16] action 合法窗口内做 early replan / phase correction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用 quota-fair admission 避免 greedy batch-first 偏置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600200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0B3B36"/>
                </a:solidFill>
                <a:latin typeface="Microsoft YaHei"/>
              </a:defRPr>
            </a:pPr>
            <a:r>
              <a:t>相位控制目标：把未来请求移动成长期稳定 cohort，而不是只优化当前一次 queue。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10312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Microsoft YaHei"/>
              </a:defRPr>
            </a:pPr>
            <a:r>
              <a:t>30Hz 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93392"/>
            <a:ext cx="713232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0" y="1993392"/>
            <a:ext cx="713232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993392"/>
            <a:ext cx="713232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1993392"/>
            <a:ext cx="713232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69747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Microsoft YaHei"/>
              </a:defRPr>
            </a:pPr>
            <a:r>
              <a:t>20Hz fractal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587752"/>
            <a:ext cx="713232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0" y="2587752"/>
            <a:ext cx="713232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2587752"/>
            <a:ext cx="713232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2587752"/>
            <a:ext cx="713232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29183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Microsoft YaHei"/>
              </a:defRPr>
            </a:pPr>
            <a:r>
              <a:t>10Hz libero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182112"/>
            <a:ext cx="713232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3182112"/>
            <a:ext cx="713232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3182112"/>
            <a:ext cx="713232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0" y="3182112"/>
            <a:ext cx="713232" cy="310896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8862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Microsoft YaHei"/>
              </a:defRPr>
            </a:pPr>
            <a:r>
              <a:t>10Hz rel30k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776472"/>
            <a:ext cx="71323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3776472"/>
            <a:ext cx="71323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3776472"/>
            <a:ext cx="71323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0" y="3776472"/>
            <a:ext cx="71323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75488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固定 cohort 后，同模型请求自然汇聚成 batch 1 / 2 / 4 / 6。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5349240"/>
            <a:ext cx="1828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92040" y="5349240"/>
            <a:ext cx="182880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8344" y="549554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4 robots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38344" y="57607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0F766E"/>
                </a:solidFill>
                <a:latin typeface="Microsoft YaHei"/>
              </a:defRPr>
            </a:pPr>
            <a:r>
              <a:t>43.88 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03720" y="5349240"/>
            <a:ext cx="1828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3720" y="5349240"/>
            <a:ext cx="18288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0024" y="549554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16 robots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57607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Microsoft YaHei"/>
              </a:defRPr>
            </a:pPr>
            <a:r>
              <a:t>58.43 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5349240"/>
            <a:ext cx="1828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400" y="5349240"/>
            <a:ext cx="182880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549554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16-robot batch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57607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C2410C"/>
                </a:solidFill>
                <a:latin typeface="Microsoft YaHei"/>
              </a:defRPr>
            </a:pPr>
            <a:r>
              <a:t>4.0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GR00T 实验：phase-lock 与 fairness 的有效性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这不是泛化技巧，而是直接决定能否稳定 serving</a:t>
            </a:r>
          </a:p>
        </p:txBody>
      </p:sp>
      <p:pic>
        <p:nvPicPr>
          <p:cNvPr id="5" name="Picture 4" descr="gr00t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212080" cy="30971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417320"/>
            <a:ext cx="53949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1417320"/>
            <a:ext cx="539496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5819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Phase-lock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1920240"/>
            <a:ext cx="51023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8 robots: strict horizon reply-over 7 -&gt; 0，batch 1.38 -&gt; 2.00。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16 robots: strict horizon reply-over 15 -&gt; 0，batch 2.20 -&gt; 4.00。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926080"/>
            <a:ext cx="539496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2926080"/>
            <a:ext cx="539496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09067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Fair admission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51023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accept-rate gap: 0.2921 -&gt; 0.0994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final-count gap: 18 -&gt; 2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说明 batch-aware admission 若不加公平约束，会系统性偏置某些模型/频率。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389120"/>
            <a:ext cx="53949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4389120"/>
            <a:ext cx="539496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45537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MPS ablation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4892040"/>
            <a:ext cx="5102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16 robots: batch-only 与 batch+MPS 完全相同。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24 robots: 两者都不稳定，reply-over 都是 18。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为什么之前的 GPU 虚拟化 / 资源划分方法不够好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不仅假设不匹配，而且实验上确实做不好 VLA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0995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809"/>
                <a:gridCol w="2681714"/>
                <a:gridCol w="3831020"/>
                <a:gridCol w="2809415"/>
              </a:tblGrid>
              <a:tr h="6466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B3B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核心假设</a:t>
                      </a:r>
                    </a:p>
                  </a:txBody>
                  <a:tcPr>
                    <a:solidFill>
                      <a:srgbClr val="0B3B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VLA mismatch</a:t>
                      </a:r>
                    </a:p>
                  </a:txBody>
                  <a:tcPr>
                    <a:solidFill>
                      <a:srgbClr val="0B3B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Pi05 / GR00T 结果</a:t>
                      </a:r>
                    </a:p>
                  </a:txBody>
                  <a:tcPr>
                    <a:solidFill>
                      <a:srgbClr val="0B3B36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GPUlet-like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静态 partition + offline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不显式管理模型状态与合法重规划窗口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三种 partition 在 100ms 下均 infeasible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REEF-like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temporal switching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忽略 future model-state lease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752.7 ms / 1195.2 ms p95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Clockwork-like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固定 clock + shell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无法利用可预测相位与 AutoHorizon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364.8 ms / 437.0 ms p95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USHER-like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空间切分优先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没有预测式 residency/prefetch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Pi05 471.7 ms；GR00T 520.7 ms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DistServe-like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prefill/decode 解耦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VLA 不是自然的 prefill/decode 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1980.1 ms / 2689.9 ms p95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Oracle full resident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所有模型都在显存中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即便不换权重，时间线冲突仍存在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104.9 ms / 140.3 ms p95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172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B3B36"/>
                </a:solidFill>
                <a:latin typeface="Microsoft YaHei"/>
              </a:defRPr>
            </a:pPr>
            <a:r>
              <a:t>结论：VLA 不能只做空间划分，也不能只做时间片；必须把时间、模型状态、带宽、合法窗口联合起来虚拟化。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公开代码 / Artifact 角度的补充证据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不仅 paper-faithful reproduction 不适配，公开代码路径也直接暴露出 VLA mismatch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65760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819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GPUlet / glet public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336499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sanity_single_vgg16 可运行：exit_code=0，说明二进制本身没问题。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但 gr00t_two_model / gr00t_four_model / pi05_four_model_scaledx10 三个 VLA-adapted case 全部 30s timeout，且无输出文件。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832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338328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58191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Pi05 request-rate mismatch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920240"/>
            <a:ext cx="309067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Pi05 mean request RPS = [1.02, 0.68, 0.34, 0.34]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glet 只接受整数 RPS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最近整数近似会退化成 [1, 1, 0, 0]，直接丢掉两个 10Hz 机器人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747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4747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819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REEF / Paella artifact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20240"/>
            <a:ext cx="318211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REEF 依赖 MI50 + ROCm 4.3 + 定制 amdgpu/hip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Paella 依赖 TVM/LLIS 自定义编译栈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都不是当前 Pi05 / GR00T VLA 栈的直接运行路径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因此“之前的方法不够好”不只是概念判断，也不是调参问题：它们的资源模型与输入模型就没有把 VLA 的模型状态、相位可预测性和 action-exhaustion deadline 放进系统抽象。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VLA Workload 专用 GPU 虚拟化的最终观点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5895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Microsoft YaHei"/>
              </a:defRPr>
            </a:pPr>
            <a:r>
              <a:t>VLA-vGPU 的核心不是静态 partition，而是 Robot Lease：&lt;T, S, M, X, W, B, F&gt;。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Microsoft YaHei"/>
              </a:defRPr>
            </a:pPr>
            <a:r>
              <a:t>Pi05 的关键在 memory-state virtualization：three-shell、exact/shared-base、predictive prefetch、bandwidth scheduling。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Microsoft YaHei"/>
              </a:defRPr>
            </a:pPr>
            <a:r>
              <a:t>GR00T 的关键在 temporal cohort virtualization：shared-prefix、phase-lock batching、quota-fair admission。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Microsoft YaHei"/>
              </a:defRPr>
            </a:pPr>
            <a:r>
              <a:t>实验上，Pi05 达到 43.21ms p95 / 0 hard miss；GR00T 4 机器人 43.88ms，16 机器人 58.43ms。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Microsoft YaHei"/>
              </a:defRPr>
            </a:pPr>
            <a:r>
              <a:t>传统 GPU 虚拟化 / 资源划分方法没有把 future timeline、resident model state、copy/decode bandwidth、legal replan window 联合建模，因此不适合 VLA。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645920"/>
            <a:ext cx="27432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49640" y="1645920"/>
            <a:ext cx="274320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14232" y="18105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一句话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2148840"/>
            <a:ext cx="24505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VLA 专用 GPU 虚拟化 = 未来 compute 时间片 + 显存驻留份额 + 状态搬运带宽 + 合法重规划窗口 + batch 亲和性。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3474720"/>
            <a:ext cx="27432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49640" y="3474720"/>
            <a:ext cx="274320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14232" y="36393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可直接引用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3977640"/>
            <a:ext cx="24505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docs/VLA_WORKLOAD_GPU_VGPU_ABSTRACTION.md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results/unified_chunked_vla_vs_baselines_20260412.json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results/unified_chunked_vla_effectiveness_20260412.json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RTX 4090 24GB | Pi05 + GR00T N1.6 | VLA GPU Virtualization |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